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99" r:id="rId2"/>
  </p:sldMasterIdLst>
  <p:notesMasterIdLst>
    <p:notesMasterId r:id="rId8"/>
  </p:notesMasterIdLst>
  <p:sldIdLst>
    <p:sldId id="6645400" r:id="rId3"/>
    <p:sldId id="257" r:id="rId4"/>
    <p:sldId id="258" r:id="rId5"/>
    <p:sldId id="16765492" r:id="rId6"/>
    <p:sldId id="1667070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4">
          <p15:clr>
            <a:srgbClr val="A4A3A4"/>
          </p15:clr>
        </p15:guide>
        <p15:guide id="2" pos="3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84"/>
    <p:restoredTop sz="96240"/>
  </p:normalViewPr>
  <p:slideViewPr>
    <p:cSldViewPr>
      <p:cViewPr>
        <p:scale>
          <a:sx n="75" d="100"/>
          <a:sy n="75" d="100"/>
        </p:scale>
        <p:origin x="1047" y="741"/>
      </p:cViewPr>
      <p:guideLst>
        <p:guide orient="horz" pos="1884"/>
        <p:guide pos="3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14BA5-1D0E-014B-8DBB-CFAC16781271}" type="datetimeFigureOut">
              <a:rPr kumimoji="1" lang="zh-CN" altLang="en-US" smtClean="0"/>
              <a:t>2026/4/2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E9A003-DC6F-C549-A884-29065E0919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06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18E37-CD9A-EAF1-73CA-59C377F3C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28A991-3D8B-FC1B-380D-88EFCACF3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A300F75-0CA1-AE80-D8A7-C4FBA52DB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AEA0B4-74EB-198E-31AB-BF8CBE933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A3A198-E260-4BAA-8AB9-6B8219AF47E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177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8.xml"/><Relationship Id="rId4" Type="http://schemas.openxmlformats.org/officeDocument/2006/relationships/tags" Target="../tags/tag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:\VI\优华氏\赛意VI系统\PP模板1源文件(16比9)++1920x1080\背景图\图片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14625"/>
            <a:ext cx="12251465" cy="689144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0" y="0"/>
            <a:ext cx="12240683" cy="6858000"/>
          </a:xfrm>
          <a:prstGeom prst="rect">
            <a:avLst/>
          </a:prstGeom>
          <a:solidFill>
            <a:schemeClr val="tx1">
              <a:alpha val="48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pic>
        <p:nvPicPr>
          <p:cNvPr id="4" name="图片 4" descr="封面元素-07底部1"/>
          <p:cNvPicPr>
            <a:picLocks noChangeAspect="1" noChangeArrowheads="1"/>
          </p:cNvPicPr>
          <p:nvPr/>
        </p:nvPicPr>
        <p:blipFill rotWithShape="1">
          <a:blip r:embed="rId3" cstate="screen"/>
          <a:srcRect t="-2"/>
          <a:stretch>
            <a:fillRect/>
          </a:stretch>
        </p:blipFill>
        <p:spPr bwMode="auto">
          <a:xfrm>
            <a:off x="-2117" y="5376597"/>
            <a:ext cx="12238765" cy="150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封面元素-01红圈"/>
          <p:cNvPicPr>
            <a:picLocks noChangeAspect="1" noChangeArrowheads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23392" y="4101075"/>
            <a:ext cx="2269528" cy="22695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副标题 4098"/>
          <p:cNvSpPr>
            <a:spLocks noGrp="1" noChangeArrowheads="1"/>
          </p:cNvSpPr>
          <p:nvPr/>
        </p:nvSpPr>
        <p:spPr bwMode="auto">
          <a:xfrm>
            <a:off x="515436" y="4677139"/>
            <a:ext cx="2581885" cy="61632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altLang="zh-CN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360</a:t>
            </a:r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</a:p>
        </p:txBody>
      </p:sp>
      <p:pic>
        <p:nvPicPr>
          <p:cNvPr id="7" name="图片 6" descr="封面元素-04  广告语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58117" y="5541235"/>
            <a:ext cx="1387595" cy="20006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9264352" y="261422"/>
            <a:ext cx="259718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证券简称：赛意信息   证券代码：</a:t>
            </a:r>
            <a:r>
              <a:rPr kumimoji="1" lang="en-US" altLang="zh-CN" sz="1065" dirty="0">
                <a:solidFill>
                  <a:schemeClr val="bg1"/>
                </a:solidFill>
                <a:latin typeface="+mn-ea"/>
                <a:cs typeface="微软雅黑" panose="020B0503020204020204" pitchFamily="34" charset="-122"/>
              </a:rPr>
              <a:t>300687</a:t>
            </a:r>
            <a:endParaRPr kumimoji="1" lang="zh-CN" altLang="en-US" sz="1065" dirty="0">
              <a:solidFill>
                <a:schemeClr val="bg1"/>
              </a:solidFill>
              <a:latin typeface="+mn-ea"/>
              <a:cs typeface="微软雅黑" panose="020B0503020204020204" pitchFamily="34" charset="-122"/>
            </a:endParaRPr>
          </a:p>
        </p:txBody>
      </p:sp>
      <p:pic>
        <p:nvPicPr>
          <p:cNvPr id="10" name="图片 9" descr="®LOGO源文件转曲组合-12.png">
            <a:extLst>
              <a:ext uri="{FF2B5EF4-FFF2-40B4-BE49-F238E27FC236}">
                <a16:creationId xmlns:a16="http://schemas.microsoft.com/office/drawing/2014/main" id="{AB6FFF58-F514-461A-DE21-62007407C4D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0" t="48823" r="3382" b="23933"/>
          <a:stretch/>
        </p:blipFill>
        <p:spPr>
          <a:xfrm>
            <a:off x="335360" y="260649"/>
            <a:ext cx="3552395" cy="46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90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:\VI\优华氏\赛意VI系统\PP模板1源文件(16比9)++1920x1080\背景图\图片1.png"/>
          <p:cNvPicPr>
            <a:picLocks noChangeAspect="1" noChangeArrowheads="1"/>
          </p:cNvPicPr>
          <p:nvPr/>
        </p:nvPicPr>
        <p:blipFill rotWithShape="1">
          <a:blip r:embed="rId2" cstate="screen"/>
          <a:srcRect/>
          <a:stretch>
            <a:fillRect/>
          </a:stretch>
        </p:blipFill>
        <p:spPr bwMode="auto">
          <a:xfrm>
            <a:off x="-20227" y="3236979"/>
            <a:ext cx="12212228" cy="3630696"/>
          </a:xfrm>
          <a:prstGeom prst="rect">
            <a:avLst/>
          </a:prstGeom>
          <a:noFill/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5680" y="1205352"/>
            <a:ext cx="5814787" cy="27997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895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:\VI\优华氏\赛意VI系统\PP模板1源文件(16比9)++1920x1080\背景图\图片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93" y="-12173"/>
            <a:ext cx="12213639" cy="6870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2" descr="封底元素-2 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0468" y="5755219"/>
            <a:ext cx="2897717" cy="33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" descr="封底元素-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0835" y="2755902"/>
            <a:ext cx="5666317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353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299845" y="95368"/>
            <a:ext cx="9648395" cy="4800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lang="zh-CN" altLang="en-US" sz="2400" b="1" spc="100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</a:lstStyle>
          <a:p>
            <a:pPr marL="0" marR="0" lv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2660" y="194234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/>
        </p:nvSpPr>
        <p:spPr>
          <a:xfrm>
            <a:off x="11424592" y="6515922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r>
              <a:rPr lang="en-US" altLang="zh-CN" sz="1335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8"/>
          <p:cNvCxnSpPr>
            <a:cxnSpLocks/>
          </p:cNvCxnSpPr>
          <p:nvPr/>
        </p:nvCxnSpPr>
        <p:spPr>
          <a:xfrm>
            <a:off x="202019" y="548680"/>
            <a:ext cx="10140641" cy="26741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6" name="直接连接符 27"/>
          <p:cNvCxnSpPr>
            <a:cxnSpLocks/>
          </p:cNvCxnSpPr>
          <p:nvPr/>
        </p:nvCxnSpPr>
        <p:spPr>
          <a:xfrm>
            <a:off x="5213184" y="511985"/>
            <a:ext cx="5129476" cy="4905"/>
          </a:xfrm>
          <a:prstGeom prst="line">
            <a:avLst/>
          </a:prstGeom>
          <a:noFill/>
          <a:ln w="25400" cap="rnd" cmpd="sng" algn="ctr">
            <a:gradFill flip="none" rotWithShape="1">
              <a:gsLst>
                <a:gs pos="0">
                  <a:srgbClr val="95A2A9">
                    <a:alpha val="0"/>
                  </a:srgbClr>
                </a:gs>
                <a:gs pos="100000">
                  <a:srgbClr val="95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3" name="直接连接符 136"/>
          <p:cNvCxnSpPr/>
          <p:nvPr/>
        </p:nvCxnSpPr>
        <p:spPr>
          <a:xfrm flipV="1">
            <a:off x="228600" y="184785"/>
            <a:ext cx="0" cy="332105"/>
          </a:xfrm>
          <a:prstGeom prst="line">
            <a:avLst/>
          </a:prstGeom>
          <a:ln w="3810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641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112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3" y="293635"/>
            <a:ext cx="1224499" cy="32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35609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0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38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52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01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4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998766" y="6515069"/>
            <a:ext cx="2193236" cy="342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等腰三角形 3"/>
          <p:cNvSpPr/>
          <p:nvPr userDrawn="1"/>
        </p:nvSpPr>
        <p:spPr>
          <a:xfrm>
            <a:off x="9635137" y="6515069"/>
            <a:ext cx="364947" cy="342931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534663" y="6609023"/>
            <a:ext cx="1045643" cy="15543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112264" y="6602397"/>
            <a:ext cx="357165" cy="155435"/>
          </a:xfrm>
          <a:prstGeom prst="rect">
            <a:avLst/>
          </a:prstGeom>
        </p:spPr>
      </p:pic>
      <p:sp>
        <p:nvSpPr>
          <p:cNvPr id="14" name="灯片编号占位符 5"/>
          <p:cNvSpPr txBox="1"/>
          <p:nvPr/>
        </p:nvSpPr>
        <p:spPr>
          <a:xfrm>
            <a:off x="11685297" y="6548201"/>
            <a:ext cx="1227463" cy="48683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11552355" y="6471592"/>
            <a:ext cx="260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0" dirty="0">
                <a:solidFill>
                  <a:schemeClr val="bg1"/>
                </a:solidFill>
              </a:rPr>
              <a:t>/</a:t>
            </a:r>
            <a:endParaRPr lang="zh-CN" alt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50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sp>
        <p:nvSpPr>
          <p:cNvPr id="11" name="灯片编号占位符 5"/>
          <p:cNvSpPr txBox="1"/>
          <p:nvPr userDrawn="1"/>
        </p:nvSpPr>
        <p:spPr>
          <a:xfrm>
            <a:off x="11683242" y="6492875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344648" y="6532286"/>
            <a:ext cx="1847353" cy="369332"/>
            <a:chOff x="9636224" y="6407387"/>
            <a:chExt cx="2555776" cy="51096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636224" y="6417867"/>
              <a:ext cx="2555776" cy="44013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4" cstate="screen"/>
            <a:stretch>
              <a:fillRect/>
            </a:stretch>
          </p:blipFill>
          <p:spPr>
            <a:xfrm>
              <a:off x="10447727" y="6613882"/>
              <a:ext cx="864096" cy="12844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 cstate="screen"/>
            <a:stretch>
              <a:fillRect/>
            </a:stretch>
          </p:blipFill>
          <p:spPr>
            <a:xfrm>
              <a:off x="9868941" y="6499113"/>
              <a:ext cx="578786" cy="25188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 userDrawn="1"/>
          </p:nvSpPr>
          <p:spPr>
            <a:xfrm>
              <a:off x="11428806" y="6407387"/>
              <a:ext cx="344190" cy="5109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800" dirty="0">
                  <a:solidFill>
                    <a:schemeClr val="bg1"/>
                  </a:solidFill>
                </a:rPr>
                <a:t>/</a:t>
              </a:r>
              <a:endParaRPr lang="zh-CN" altLang="en-US" sz="1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灯片编号占位符 5"/>
          <p:cNvSpPr txBox="1"/>
          <p:nvPr userDrawn="1"/>
        </p:nvSpPr>
        <p:spPr>
          <a:xfrm>
            <a:off x="11779887" y="6556067"/>
            <a:ext cx="920597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400" kern="120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913308-F349-4B6D-A68A-DD1791B4A57B}" type="slidenum">
              <a:rPr lang="zh-CN" altLang="en-US" sz="1400" smtClean="0"/>
              <a:t>‹#›</a:t>
            </a:fld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121279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956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3188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fade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E:\VI\优华氏\赛意VI系统\PP模板1源文件(16比9)++1920x1080\背景图\图片1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1"/>
            <a:ext cx="12216641" cy="68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5126" descr="02 目录背景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031" y="4233"/>
            <a:ext cx="4086653" cy="686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5127" descr="03 分隔页 广告语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219" y="5469468"/>
            <a:ext cx="2582333" cy="96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5128" descr="02 目录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2" y="827619"/>
            <a:ext cx="3018367" cy="332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8046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文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线连接符 7"/>
          <p:cNvCxnSpPr/>
          <p:nvPr userDrawn="1"/>
        </p:nvCxnSpPr>
        <p:spPr>
          <a:xfrm>
            <a:off x="2309" y="548680"/>
            <a:ext cx="10512000" cy="0"/>
          </a:xfrm>
          <a:prstGeom prst="line">
            <a:avLst/>
          </a:prstGeom>
          <a:ln w="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66248" y="36944"/>
            <a:ext cx="9648395" cy="480053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6" name="图片 2" descr="封面元素-06联合品牌logo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4512" y="260648"/>
            <a:ext cx="1300261" cy="288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Box 15"/>
          <p:cNvSpPr txBox="1"/>
          <p:nvPr userDrawn="1"/>
        </p:nvSpPr>
        <p:spPr>
          <a:xfrm>
            <a:off x="11472597" y="6447631"/>
            <a:ext cx="719403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C4479EA-CF44-4051-B695-15D2FFBF882F}" type="slidenum">
              <a:rPr lang="zh-CN" altLang="en-US" sz="1335" i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335" i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8468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55950" y="2690265"/>
            <a:ext cx="4080098" cy="507296"/>
          </a:xfrm>
        </p:spPr>
        <p:txBody>
          <a:bodyPr lIns="0" tIns="0" rIns="0" bIns="0"/>
          <a:lstStyle>
            <a:lvl1pPr>
              <a:defRPr sz="3175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94459" y="2308838"/>
            <a:ext cx="8203080" cy="1828800"/>
          </a:xfrm>
        </p:spPr>
        <p:txBody>
          <a:bodyPr lIns="0" tIns="0" rIns="0" bIns="0"/>
          <a:lstStyle>
            <a:lvl1pPr>
              <a:defRPr sz="1090" b="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52059" y="5905505"/>
            <a:ext cx="11320315" cy="181958"/>
          </a:xfrm>
        </p:spPr>
        <p:txBody>
          <a:bodyPr lIns="0" tIns="0" rIns="0" bIns="0"/>
          <a:lstStyle>
            <a:lvl1pPr>
              <a:defRPr sz="770" b="0" i="0">
                <a:solidFill>
                  <a:srgbClr val="898989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  <a:spcBef>
                <a:spcPts val="200"/>
              </a:spcBef>
              <a:tabLst>
                <a:tab pos="4815205" algn="l"/>
                <a:tab pos="5111115" algn="l"/>
                <a:tab pos="9915525" algn="l"/>
              </a:tabLst>
            </a:pPr>
            <a:r>
              <a:rPr u="heavy" spc="0" dirty="0">
                <a:uFill>
                  <a:solidFill>
                    <a:srgbClr val="00858E"/>
                  </a:solidFill>
                </a:uFill>
              </a:rPr>
              <a:t> 	</a:t>
            </a:r>
            <a:r>
              <a:rPr spc="0" dirty="0"/>
              <a:t>   </a:t>
            </a:r>
            <a:r>
              <a:rPr spc="-50" dirty="0"/>
              <a:t> </a:t>
            </a:r>
            <a:fld id="{81D60167-4931-47E6-BA6A-407CBD079E47}" type="slidenum"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‹#›</a:t>
            </a:fld>
            <a:r>
              <a:rPr spc="8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u="heavy" spc="85" dirty="0">
                <a:uFill>
                  <a:solidFill>
                    <a:srgbClr val="00858E"/>
                  </a:solidFill>
                </a:uFill>
              </a:rPr>
              <a:t> </a:t>
            </a:r>
            <a:r>
              <a:rPr u="heavy" spc="80" dirty="0">
                <a:uFill>
                  <a:solidFill>
                    <a:srgbClr val="00858E"/>
                  </a:solidFill>
                </a:u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470615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准封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6" name="矩形 5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329706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背景图案&#10;&#10;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形 6"/>
          <p:cNvPicPr>
            <a:picLocks noChangeAspect="1"/>
          </p:cNvPicPr>
          <p:nvPr userDrawn="1"/>
        </p:nvPicPr>
        <p:blipFill>
          <a:blip r:embed="rId3" cstate="hqprint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2" y="293635"/>
            <a:ext cx="1224499" cy="327078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334963" y="2321662"/>
            <a:ext cx="1148556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8800" b="1" dirty="0">
                <a:solidFill>
                  <a:srgbClr val="AD053D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THANKS</a:t>
            </a:r>
            <a:endParaRPr lang="zh-CN" alt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34963" y="3643726"/>
            <a:ext cx="114855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800" spc="2000" dirty="0">
                <a:solidFill>
                  <a:srgbClr val="58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  <a:endParaRPr lang="zh-CN" altLang="en-US" sz="2800" spc="2000" dirty="0">
              <a:solidFill>
                <a:srgbClr val="585757"/>
              </a:solidFill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2271022" y="5655734"/>
            <a:ext cx="1347877" cy="1220986"/>
            <a:chOff x="12271022" y="5655734"/>
            <a:chExt cx="1347877" cy="1220986"/>
          </a:xfrm>
        </p:grpSpPr>
        <p:sp>
          <p:nvSpPr>
            <p:cNvPr id="3" name="矩形 2"/>
            <p:cNvSpPr/>
            <p:nvPr userDrawn="1"/>
          </p:nvSpPr>
          <p:spPr>
            <a:xfrm>
              <a:off x="12312439" y="5892800"/>
              <a:ext cx="1053605" cy="387477"/>
            </a:xfrm>
            <a:prstGeom prst="rect">
              <a:avLst/>
            </a:prstGeom>
            <a:solidFill>
              <a:srgbClr val="AD05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赛意红</a:t>
              </a:r>
              <a:endParaRPr kumimoji="1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RGB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173  5  61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十六进制</a:t>
              </a:r>
              <a:r>
                <a:rPr lang="zh-CN" altLang="en-US" sz="600" b="0" i="0" dirty="0">
                  <a:solidFill>
                    <a:schemeClr val="bg1"/>
                  </a:solidFill>
                  <a:effectLst/>
                  <a:latin typeface="-apple-system"/>
                </a:rPr>
                <a:t>：</a:t>
              </a:r>
              <a:r>
                <a:rPr kumimoji="1" lang="zh-CN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1" lang="en-US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#</a:t>
              </a:r>
              <a:r>
                <a:rPr kumimoji="1" lang="en-GB" altLang="zh-CN" sz="6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AD053D</a:t>
              </a:r>
              <a:endParaRPr kumimoji="1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12271022" y="565573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</a:t>
              </a:r>
            </a:p>
          </p:txBody>
        </p:sp>
        <p:sp>
          <p:nvSpPr>
            <p:cNvPr id="10" name="文本框 9"/>
            <p:cNvSpPr txBox="1"/>
            <p:nvPr userDrawn="1"/>
          </p:nvSpPr>
          <p:spPr>
            <a:xfrm>
              <a:off x="12277399" y="6313593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</a:t>
              </a:r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12281673" y="6538166"/>
              <a:ext cx="13372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微软雅黑或思源黑体</a:t>
              </a:r>
              <a:b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kumimoji="1" lang="zh-CN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英文</a:t>
              </a:r>
              <a:r>
                <a:rPr kumimoji="1" lang="en-US" altLang="zh-CN" sz="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:Arial</a:t>
              </a:r>
              <a:endParaRPr kumimoji="1"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1388541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2291979" y="6505212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291979" y="6155355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291979" y="5805498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291978" y="5455641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291977" y="5105784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noFill/>
              </a:ln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4" r:id="rId2"/>
    <p:sldLayoutId id="2147483659" r:id="rId3"/>
    <p:sldLayoutId id="2147483695" r:id="rId4"/>
    <p:sldLayoutId id="2147483696" r:id="rId5"/>
    <p:sldLayoutId id="2147483697" r:id="rId6"/>
    <p:sldLayoutId id="2147483698" r:id="rId7"/>
    <p:sldLayoutId id="2147483714" r:id="rId8"/>
    <p:sldLayoutId id="2147483715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2291981" y="6505213"/>
            <a:ext cx="381663" cy="349857"/>
          </a:xfrm>
          <a:prstGeom prst="rect">
            <a:avLst/>
          </a:prstGeom>
          <a:solidFill>
            <a:srgbClr val="93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291981" y="6155357"/>
            <a:ext cx="381663" cy="349857"/>
          </a:xfrm>
          <a:prstGeom prst="rect">
            <a:avLst/>
          </a:prstGeom>
          <a:solidFill>
            <a:srgbClr val="B86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2291981" y="5805500"/>
            <a:ext cx="381663" cy="349857"/>
          </a:xfrm>
          <a:prstGeom prst="rect">
            <a:avLst/>
          </a:prstGeom>
          <a:solidFill>
            <a:srgbClr val="D7A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291979" y="5455642"/>
            <a:ext cx="381663" cy="349857"/>
          </a:xfrm>
          <a:prstGeom prst="rect">
            <a:avLst/>
          </a:prstGeom>
          <a:solidFill>
            <a:srgbClr val="EF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291978" y="5105785"/>
            <a:ext cx="381663" cy="349857"/>
          </a:xfrm>
          <a:prstGeom prst="rect">
            <a:avLst/>
          </a:prstGeom>
          <a:solidFill>
            <a:srgbClr val="9AA7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3775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1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2"/>
          <a:srcRect r="24054"/>
          <a:stretch>
            <a:fillRect/>
          </a:stretch>
        </p:blipFill>
        <p:spPr>
          <a:xfrm>
            <a:off x="10272422" y="122270"/>
            <a:ext cx="1740915" cy="719390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>
            <a:off x="597535" y="2840853"/>
            <a:ext cx="2905760" cy="4191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19" name="直接连接符 18"/>
          <p:cNvCxnSpPr/>
          <p:nvPr/>
        </p:nvCxnSpPr>
        <p:spPr>
          <a:xfrm>
            <a:off x="597535" y="2970393"/>
            <a:ext cx="1782445" cy="17780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0" name="直接连接符 19"/>
          <p:cNvCxnSpPr/>
          <p:nvPr/>
        </p:nvCxnSpPr>
        <p:spPr>
          <a:xfrm flipH="1">
            <a:off x="613197" y="6230268"/>
            <a:ext cx="10735149" cy="0"/>
          </a:xfrm>
          <a:prstGeom prst="line">
            <a:avLst/>
          </a:prstGeom>
          <a:noFill/>
          <a:ln w="9525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cxnSp>
        <p:nvCxnSpPr>
          <p:cNvPr id="21" name="直接连接符 20"/>
          <p:cNvCxnSpPr/>
          <p:nvPr/>
        </p:nvCxnSpPr>
        <p:spPr>
          <a:xfrm flipH="1">
            <a:off x="597845" y="6499225"/>
            <a:ext cx="9734890" cy="0"/>
          </a:xfrm>
          <a:prstGeom prst="line">
            <a:avLst/>
          </a:prstGeom>
          <a:noFill/>
          <a:ln w="19050" cap="rnd" cmpd="sng" algn="ctr">
            <a:gradFill flip="none" rotWithShape="1">
              <a:gsLst>
                <a:gs pos="0">
                  <a:srgbClr val="AD053D">
                    <a:alpha val="0"/>
                  </a:srgbClr>
                </a:gs>
                <a:gs pos="100000">
                  <a:srgbClr val="AD053D"/>
                </a:gs>
              </a:gsLst>
              <a:lin ang="0" scaled="1"/>
              <a:tileRect/>
            </a:gradFill>
            <a:prstDash val="solid"/>
            <a:round/>
          </a:ln>
          <a:effectLst/>
        </p:spPr>
      </p:cxnSp>
      <p:pic>
        <p:nvPicPr>
          <p:cNvPr id="22" name="图片 21" descr="徽标&#10;&#10;描述已自动生成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212"/>
          <a:stretch>
            <a:fillRect/>
          </a:stretch>
        </p:blipFill>
        <p:spPr>
          <a:xfrm>
            <a:off x="6296952" y="1025011"/>
            <a:ext cx="5895048" cy="5159448"/>
          </a:xfrm>
          <a:prstGeom prst="rect">
            <a:avLst/>
          </a:prstGeom>
        </p:spPr>
      </p:pic>
      <p:sp>
        <p:nvSpPr>
          <p:cNvPr id="27" name="文本占位符 3"/>
          <p:cNvSpPr txBox="1"/>
          <p:nvPr/>
        </p:nvSpPr>
        <p:spPr>
          <a:xfrm>
            <a:off x="597771" y="1790945"/>
            <a:ext cx="7836655" cy="721223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40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项目建议方案</a:t>
            </a:r>
            <a:endParaRPr lang="en-US" altLang="zh-CN" dirty="0">
              <a:solidFill>
                <a:srgbClr val="AD053D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8" name="文本占位符 1"/>
          <p:cNvSpPr txBox="1"/>
          <p:nvPr/>
        </p:nvSpPr>
        <p:spPr>
          <a:xfrm>
            <a:off x="702097" y="4435693"/>
            <a:ext cx="1542872" cy="27559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2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2023/09/07</a:t>
            </a:r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文本占位符 4"/>
          <p:cNvSpPr txBox="1"/>
          <p:nvPr/>
        </p:nvSpPr>
        <p:spPr>
          <a:xfrm>
            <a:off x="702097" y="3811263"/>
            <a:ext cx="2801198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zh-CN" altLang="en-US" sz="14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rgbClr val="AD053D"/>
                </a:solidFill>
                <a:latin typeface="Arial" panose="020B0604020202020204"/>
                <a:ea typeface="微软雅黑" panose="020B0503020204020204" pitchFamily="34" charset="-122"/>
              </a:rPr>
              <a:t>赛意信息科技股份有限公司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AD053D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0"/>
            <a:ext cx="3173449" cy="6858000"/>
          </a:xfrm>
          <a:prstGeom prst="rect">
            <a:avLst/>
          </a:prstGeom>
          <a:solidFill>
            <a:srgbClr val="8EA2A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30515" y="606355"/>
            <a:ext cx="1334442" cy="72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4000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目录</a:t>
            </a:r>
            <a:endParaRPr lang="en-US" altLang="zh-CN" sz="4000" spc="100" dirty="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20140" y="1273953"/>
            <a:ext cx="2029767" cy="37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pc="100" dirty="0">
                <a:solidFill>
                  <a:srgbClr val="FFFFFF"/>
                </a:solidFill>
                <a:latin typeface="Arial" panose="020B0604020202020204"/>
                <a:ea typeface="微软雅黑" panose="020B0503020204020204" pitchFamily="34" charset="-122"/>
              </a:rPr>
              <a:t>Content</a:t>
            </a:r>
          </a:p>
        </p:txBody>
      </p:sp>
      <p:cxnSp>
        <p:nvCxnSpPr>
          <p:cNvPr id="68" name="直接连接符 67"/>
          <p:cNvCxnSpPr/>
          <p:nvPr/>
        </p:nvCxnSpPr>
        <p:spPr>
          <a:xfrm>
            <a:off x="10827696" y="5646150"/>
            <a:ext cx="0" cy="335775"/>
          </a:xfrm>
          <a:prstGeom prst="line">
            <a:avLst/>
          </a:prstGeom>
          <a:noFill/>
          <a:ln w="38100" cap="rnd" cmpd="sng" algn="ctr">
            <a:gradFill flip="none" rotWithShape="1">
              <a:gsLst>
                <a:gs pos="0">
                  <a:srgbClr val="8EA2A9">
                    <a:alpha val="0"/>
                  </a:srgbClr>
                </a:gs>
                <a:gs pos="100000">
                  <a:srgbClr val="8EA2A9"/>
                </a:gs>
              </a:gsLst>
              <a:lin ang="16200000" scaled="1"/>
              <a:tileRect/>
            </a:gradFill>
            <a:prstDash val="solid"/>
            <a:round/>
          </a:ln>
          <a:effectLst/>
        </p:spPr>
      </p:cxnSp>
      <p:sp>
        <p:nvSpPr>
          <p:cNvPr id="69" name="椭圆 68"/>
          <p:cNvSpPr/>
          <p:nvPr/>
        </p:nvSpPr>
        <p:spPr>
          <a:xfrm>
            <a:off x="11252343" y="5706115"/>
            <a:ext cx="72000" cy="72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10623061" y="5866482"/>
            <a:ext cx="36000" cy="36000"/>
          </a:xfrm>
          <a:prstGeom prst="ellipse">
            <a:avLst/>
          </a:prstGeom>
          <a:solidFill>
            <a:srgbClr val="AD053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10803102" y="4768117"/>
            <a:ext cx="894951" cy="2153732"/>
            <a:chOff x="7932383" y="1237483"/>
            <a:chExt cx="1656167" cy="3985627"/>
          </a:xfrm>
        </p:grpSpPr>
        <p:grpSp>
          <p:nvGrpSpPr>
            <p:cNvPr id="72" name="组合 71"/>
            <p:cNvGrpSpPr/>
            <p:nvPr/>
          </p:nvGrpSpPr>
          <p:grpSpPr>
            <a:xfrm>
              <a:off x="7932383" y="1237483"/>
              <a:ext cx="1656167" cy="3985627"/>
              <a:chOff x="8854316" y="1476349"/>
              <a:chExt cx="1656167" cy="3985627"/>
            </a:xfrm>
          </p:grpSpPr>
          <p:sp>
            <p:nvSpPr>
              <p:cNvPr id="77" name="六边形 76"/>
              <p:cNvSpPr/>
              <p:nvPr/>
            </p:nvSpPr>
            <p:spPr>
              <a:xfrm rot="5400000">
                <a:off x="7705005" y="2689240"/>
                <a:ext cx="3952238" cy="1593233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3000">
                    <a:srgbClr val="AD053D">
                      <a:alpha val="0"/>
                    </a:srgbClr>
                  </a:gs>
                  <a:gs pos="100000">
                    <a:srgbClr val="AD053D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>
                        <a:alpha val="55000"/>
                      </a:srgbClr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854316" y="1808324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10438483" y="1806315"/>
                <a:ext cx="72000" cy="72000"/>
              </a:xfrm>
              <a:prstGeom prst="ellipse">
                <a:avLst/>
              </a:prstGeom>
              <a:solidFill>
                <a:srgbClr val="AD053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8133347" y="1502482"/>
              <a:ext cx="1250009" cy="3670942"/>
              <a:chOff x="9680544" y="2138994"/>
              <a:chExt cx="1250009" cy="3670942"/>
            </a:xfrm>
          </p:grpSpPr>
          <p:sp>
            <p:nvSpPr>
              <p:cNvPr id="74" name="矩形 73"/>
              <p:cNvSpPr/>
              <p:nvPr/>
            </p:nvSpPr>
            <p:spPr>
              <a:xfrm>
                <a:off x="9680800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4000">
                    <a:srgbClr val="AD053D">
                      <a:alpha val="0"/>
                    </a:srgbClr>
                  </a:gs>
                  <a:gs pos="76000">
                    <a:srgbClr val="AD053D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10297986" y="2399981"/>
                <a:ext cx="625794" cy="3409955"/>
              </a:xfrm>
              <a:prstGeom prst="rect">
                <a:avLst/>
              </a:prstGeom>
              <a:gradFill flip="none" rotWithShape="1">
                <a:gsLst>
                  <a:gs pos="23000">
                    <a:srgbClr val="EE004A">
                      <a:alpha val="0"/>
                    </a:srgbClr>
                  </a:gs>
                  <a:gs pos="63000">
                    <a:srgbClr val="EE004A"/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6" name="菱形 75"/>
              <p:cNvSpPr/>
              <p:nvPr/>
            </p:nvSpPr>
            <p:spPr>
              <a:xfrm>
                <a:off x="9680544" y="2138994"/>
                <a:ext cx="1250009" cy="521116"/>
              </a:xfrm>
              <a:prstGeom prst="diamond">
                <a:avLst/>
              </a:prstGeom>
              <a:gradFill flip="none" rotWithShape="1">
                <a:gsLst>
                  <a:gs pos="0">
                    <a:srgbClr val="AD053D"/>
                  </a:gs>
                  <a:gs pos="100000">
                    <a:srgbClr val="EE004A"/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10340196" y="5573612"/>
            <a:ext cx="754426" cy="1361660"/>
            <a:chOff x="7860291" y="7394087"/>
            <a:chExt cx="1110550" cy="2004428"/>
          </a:xfrm>
        </p:grpSpPr>
        <p:grpSp>
          <p:nvGrpSpPr>
            <p:cNvPr id="82" name="组合 8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87" name="六边形 8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84" name="矩形 8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菱形 8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11444407" y="5619972"/>
            <a:ext cx="632266" cy="1141175"/>
            <a:chOff x="7860291" y="7394087"/>
            <a:chExt cx="1110550" cy="2004428"/>
          </a:xfrm>
        </p:grpSpPr>
        <p:grpSp>
          <p:nvGrpSpPr>
            <p:cNvPr id="92" name="组合 91"/>
            <p:cNvGrpSpPr/>
            <p:nvPr/>
          </p:nvGrpSpPr>
          <p:grpSpPr>
            <a:xfrm>
              <a:off x="7860291" y="7394087"/>
              <a:ext cx="1110550" cy="2004428"/>
              <a:chOff x="8854316" y="1476349"/>
              <a:chExt cx="1656165" cy="2989207"/>
            </a:xfrm>
          </p:grpSpPr>
          <p:sp>
            <p:nvSpPr>
              <p:cNvPr id="97" name="六边形 96"/>
              <p:cNvSpPr/>
              <p:nvPr/>
            </p:nvSpPr>
            <p:spPr>
              <a:xfrm rot="5400000">
                <a:off x="8203213" y="2191032"/>
                <a:ext cx="2955817" cy="1593232"/>
              </a:xfrm>
              <a:prstGeom prst="hexagon">
                <a:avLst>
                  <a:gd name="adj" fmla="val 20346"/>
                  <a:gd name="vf" fmla="val 115470"/>
                </a:avLst>
              </a:prstGeom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>
                      <a:alpha val="13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8EA2A9">
                        <a:alpha val="0"/>
                      </a:srgbClr>
                    </a:gs>
                    <a:gs pos="100000">
                      <a:srgbClr val="8EA2A9"/>
                    </a:gs>
                  </a:gsLst>
                  <a:lin ang="108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641624" y="1476349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9" name="椭圆 98"/>
              <p:cNvSpPr/>
              <p:nvPr/>
            </p:nvSpPr>
            <p:spPr>
              <a:xfrm>
                <a:off x="8854316" y="1808323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10438481" y="1806314"/>
                <a:ext cx="72000" cy="72000"/>
              </a:xfrm>
              <a:prstGeom prst="ellipse">
                <a:avLst/>
              </a:prstGeom>
              <a:solidFill>
                <a:srgbClr val="8EA2A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93" name="组合 92"/>
            <p:cNvGrpSpPr/>
            <p:nvPr/>
          </p:nvGrpSpPr>
          <p:grpSpPr>
            <a:xfrm>
              <a:off x="8017668" y="7543760"/>
              <a:ext cx="845627" cy="1617055"/>
              <a:chOff x="8160309" y="3595151"/>
              <a:chExt cx="845627" cy="1617055"/>
            </a:xfrm>
          </p:grpSpPr>
          <p:sp>
            <p:nvSpPr>
              <p:cNvPr id="94" name="矩形 93"/>
              <p:cNvSpPr/>
              <p:nvPr/>
            </p:nvSpPr>
            <p:spPr>
              <a:xfrm>
                <a:off x="8160309" y="3777038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3000">
                    <a:srgbClr val="8EA2A9">
                      <a:alpha val="0"/>
                    </a:srgbClr>
                  </a:gs>
                  <a:gs pos="100000">
                    <a:srgbClr val="8EA2A9">
                      <a:lumMod val="75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8577125" y="3767457"/>
                <a:ext cx="418042" cy="1435168"/>
              </a:xfrm>
              <a:prstGeom prst="rect">
                <a:avLst/>
              </a:prstGeom>
              <a:gradFill flip="none" rotWithShape="1">
                <a:gsLst>
                  <a:gs pos="13000">
                    <a:srgbClr val="8EA2A9">
                      <a:lumMod val="60000"/>
                      <a:lumOff val="40000"/>
                      <a:alpha val="0"/>
                    </a:srgbClr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62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6" name="菱形 95"/>
              <p:cNvSpPr/>
              <p:nvPr/>
            </p:nvSpPr>
            <p:spPr>
              <a:xfrm>
                <a:off x="8160309" y="3595151"/>
                <a:ext cx="845627" cy="363763"/>
              </a:xfrm>
              <a:prstGeom prst="diamond">
                <a:avLst/>
              </a:prstGeom>
              <a:gradFill flip="none" rotWithShape="1">
                <a:gsLst>
                  <a:gs pos="0">
                    <a:srgbClr val="8EA2A9"/>
                  </a:gs>
                  <a:gs pos="100000">
                    <a:srgbClr val="8EA2A9">
                      <a:lumMod val="60000"/>
                      <a:lumOff val="40000"/>
                    </a:srgbClr>
                  </a:gs>
                </a:gsLst>
                <a:lin ang="10800000" scaled="1"/>
                <a:tileRect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sp>
        <p:nvSpPr>
          <p:cNvPr id="101" name="矩形 100"/>
          <p:cNvSpPr/>
          <p:nvPr/>
        </p:nvSpPr>
        <p:spPr>
          <a:xfrm>
            <a:off x="900874" y="1578707"/>
            <a:ext cx="10490446" cy="419329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8EA2A9">
                <a:alpha val="44000"/>
              </a:srgbClr>
            </a:solidFill>
            <a:prstDash val="solid"/>
            <a:miter lim="800000"/>
          </a:ln>
          <a:effectLst>
            <a:outerShdw blurRad="254000" dist="38100" dir="5400000" algn="t" rotWithShape="0">
              <a:srgbClr val="8EA2A9">
                <a:lumMod val="50000"/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2" name="文本占位符 1"/>
          <p:cNvSpPr txBox="1"/>
          <p:nvPr/>
        </p:nvSpPr>
        <p:spPr>
          <a:xfrm>
            <a:off x="2124472" y="3462676"/>
            <a:ext cx="4446556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核心解决方案</a:t>
            </a:r>
          </a:p>
        </p:txBody>
      </p:sp>
      <p:sp>
        <p:nvSpPr>
          <p:cNvPr id="103" name="文本占位符 2"/>
          <p:cNvSpPr txBox="1"/>
          <p:nvPr/>
        </p:nvSpPr>
        <p:spPr>
          <a:xfrm>
            <a:off x="2124472" y="4804965"/>
            <a:ext cx="3727688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/>
              <a:t>沟通</a:t>
            </a:r>
            <a:r>
              <a:rPr lang="zh-CN" altLang="en-US"/>
              <a:t>及探讨</a:t>
            </a:r>
            <a:endParaRPr lang="zh-CN" altLang="en-US" dirty="0"/>
          </a:p>
        </p:txBody>
      </p:sp>
      <p:sp>
        <p:nvSpPr>
          <p:cNvPr id="105" name="文本占位符 4"/>
          <p:cNvSpPr txBox="1"/>
          <p:nvPr/>
        </p:nvSpPr>
        <p:spPr>
          <a:xfrm>
            <a:off x="7426888" y="3488344"/>
            <a:ext cx="3587261" cy="467051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项目实施方法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5235" y="100330"/>
            <a:ext cx="3552190" cy="718820"/>
            <a:chOff x="13142" y="1264"/>
            <a:chExt cx="5594" cy="1132"/>
          </a:xfrm>
        </p:grpSpPr>
        <p:pic>
          <p:nvPicPr>
            <p:cNvPr id="107" name="图片 106"/>
            <p:cNvPicPr>
              <a:picLocks noChangeAspect="1"/>
            </p:cNvPicPr>
            <p:nvPr userDrawn="1"/>
          </p:nvPicPr>
          <p:blipFill rotWithShape="1">
            <a:blip r:embed="rId2"/>
            <a:srcRect r="24054"/>
            <a:stretch>
              <a:fillRect/>
            </a:stretch>
          </p:blipFill>
          <p:spPr>
            <a:xfrm>
              <a:off x="13142" y="1264"/>
              <a:ext cx="2742" cy="1133"/>
            </a:xfrm>
            <a:prstGeom prst="rect">
              <a:avLst/>
            </a:prstGeom>
          </p:spPr>
        </p:pic>
        <p:sp>
          <p:nvSpPr>
            <p:cNvPr id="108" name="文本框 107"/>
            <p:cNvSpPr txBox="1"/>
            <p:nvPr userDrawn="1"/>
          </p:nvSpPr>
          <p:spPr>
            <a:xfrm>
              <a:off x="15976" y="1452"/>
              <a:ext cx="2761" cy="7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企业数字化赋能者 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8EA2A9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8EA2A9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</a:rPr>
                <a:t>工业管理软件践行者</a:t>
              </a:r>
            </a:p>
          </p:txBody>
        </p:sp>
        <p:cxnSp>
          <p:nvCxnSpPr>
            <p:cNvPr id="109" name="直接连接符 108"/>
            <p:cNvCxnSpPr/>
            <p:nvPr userDrawn="1"/>
          </p:nvCxnSpPr>
          <p:spPr>
            <a:xfrm>
              <a:off x="15886" y="1599"/>
              <a:ext cx="0" cy="478"/>
            </a:xfrm>
            <a:prstGeom prst="line">
              <a:avLst/>
            </a:prstGeom>
            <a:noFill/>
            <a:ln w="12700" cap="flat" cmpd="sng" algn="ctr">
              <a:solidFill>
                <a:srgbClr val="8EA2A9"/>
              </a:solidFill>
              <a:prstDash val="solid"/>
              <a:miter lim="800000"/>
            </a:ln>
            <a:effectLst/>
          </p:spPr>
        </p:cxnSp>
      </p:grpSp>
      <p:sp>
        <p:nvSpPr>
          <p:cNvPr id="110" name="文本框 109"/>
          <p:cNvSpPr txBox="1"/>
          <p:nvPr/>
        </p:nvSpPr>
        <p:spPr>
          <a:xfrm>
            <a:off x="1503021" y="4783280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05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1452939" y="4083077"/>
            <a:ext cx="4077153" cy="73789"/>
            <a:chOff x="10228870" y="-1876245"/>
            <a:chExt cx="1109599" cy="49098"/>
          </a:xfrm>
        </p:grpSpPr>
        <p:cxnSp>
          <p:nvCxnSpPr>
            <p:cNvPr id="112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3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grpSp>
        <p:nvGrpSpPr>
          <p:cNvPr id="114" name="组合 113"/>
          <p:cNvGrpSpPr/>
          <p:nvPr/>
        </p:nvGrpSpPr>
        <p:grpSpPr>
          <a:xfrm>
            <a:off x="1534854" y="5380382"/>
            <a:ext cx="4077153" cy="73789"/>
            <a:chOff x="10228870" y="-1876245"/>
            <a:chExt cx="1109599" cy="49098"/>
          </a:xfrm>
        </p:grpSpPr>
        <p:cxnSp>
          <p:nvCxnSpPr>
            <p:cNvPr id="115" name="直接连接符 114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6" name="直接连接符 115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17" name="文本框 116"/>
          <p:cNvSpPr txBox="1"/>
          <p:nvPr/>
        </p:nvSpPr>
        <p:spPr>
          <a:xfrm>
            <a:off x="1518896" y="3435810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6834564" y="4083077"/>
            <a:ext cx="4077153" cy="73789"/>
            <a:chOff x="10228870" y="-1876245"/>
            <a:chExt cx="1109599" cy="49098"/>
          </a:xfrm>
        </p:grpSpPr>
        <p:cxnSp>
          <p:nvCxnSpPr>
            <p:cNvPr id="119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20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1" name="文本框 120"/>
          <p:cNvSpPr txBox="1"/>
          <p:nvPr/>
        </p:nvSpPr>
        <p:spPr>
          <a:xfrm>
            <a:off x="6834481" y="3488515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7" name="文本占位符 1"/>
          <p:cNvSpPr txBox="1"/>
          <p:nvPr/>
        </p:nvSpPr>
        <p:spPr>
          <a:xfrm>
            <a:off x="2124472" y="2306108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marR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spc="100">
                <a:solidFill>
                  <a:srgbClr val="B8C4C9"/>
                </a:solidFill>
                <a:ea typeface="微软雅黑" panose="020B0503020204020204" pitchFamily="34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dirty="0">
                <a:solidFill>
                  <a:srgbClr val="AD043D"/>
                </a:solidFill>
              </a:rPr>
              <a:t>赛意公司简介</a:t>
            </a:r>
          </a:p>
        </p:txBody>
      </p:sp>
      <p:sp>
        <p:nvSpPr>
          <p:cNvPr id="8" name="文本占位符 4"/>
          <p:cNvSpPr txBox="1"/>
          <p:nvPr/>
        </p:nvSpPr>
        <p:spPr>
          <a:xfrm>
            <a:off x="7426888" y="2342710"/>
            <a:ext cx="3587261" cy="4696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marR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zh-CN" altLang="en-US" sz="2400" kern="1200" spc="1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defRPr/>
            </a:pPr>
            <a:r>
              <a:rPr lang="zh-CN" altLang="en-US" dirty="0">
                <a:solidFill>
                  <a:srgbClr val="B8C4C9"/>
                </a:solidFill>
                <a:ea typeface="微软雅黑" panose="020B0503020204020204" pitchFamily="34" charset="-122"/>
              </a:rPr>
              <a:t>需求理解与整体建议</a:t>
            </a:r>
            <a:endParaRPr kumimoji="0" lang="zh-CN" altLang="en-US" sz="2400" b="0" i="0" u="none" strike="noStrike" kern="1200" cap="none" spc="100" normalizeH="0" baseline="0" noProof="0" dirty="0">
              <a:ln>
                <a:noFill/>
              </a:ln>
              <a:solidFill>
                <a:srgbClr val="8EA2A9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110"/>
          <p:cNvGrpSpPr/>
          <p:nvPr/>
        </p:nvGrpSpPr>
        <p:grpSpPr>
          <a:xfrm>
            <a:off x="1452939" y="2926509"/>
            <a:ext cx="4077153" cy="73789"/>
            <a:chOff x="10228870" y="-1876245"/>
            <a:chExt cx="1109599" cy="49098"/>
          </a:xfrm>
        </p:grpSpPr>
        <p:cxnSp>
          <p:nvCxnSpPr>
            <p:cNvPr id="10" name="直接连接符 111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1" name="直接连接符 112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2" name="文本框 116"/>
          <p:cNvSpPr txBox="1"/>
          <p:nvPr/>
        </p:nvSpPr>
        <p:spPr>
          <a:xfrm>
            <a:off x="1518896" y="2279242"/>
            <a:ext cx="79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  <p:grpSp>
        <p:nvGrpSpPr>
          <p:cNvPr id="13" name="组合 117"/>
          <p:cNvGrpSpPr/>
          <p:nvPr/>
        </p:nvGrpSpPr>
        <p:grpSpPr>
          <a:xfrm>
            <a:off x="6834564" y="2926509"/>
            <a:ext cx="4077153" cy="73789"/>
            <a:chOff x="10228870" y="-1876245"/>
            <a:chExt cx="1109599" cy="49098"/>
          </a:xfrm>
        </p:grpSpPr>
        <p:cxnSp>
          <p:nvCxnSpPr>
            <p:cNvPr id="14" name="直接连接符 118"/>
            <p:cNvCxnSpPr/>
            <p:nvPr/>
          </p:nvCxnSpPr>
          <p:spPr>
            <a:xfrm>
              <a:off x="10228870" y="-1827147"/>
              <a:ext cx="208749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8EA2A9">
                      <a:alpha val="0"/>
                    </a:srgbClr>
                  </a:gs>
                  <a:gs pos="100000">
                    <a:srgbClr val="8EA2A9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  <p:cxnSp>
          <p:nvCxnSpPr>
            <p:cNvPr id="15" name="直接连接符 119"/>
            <p:cNvCxnSpPr/>
            <p:nvPr/>
          </p:nvCxnSpPr>
          <p:spPr>
            <a:xfrm>
              <a:off x="10273345" y="-1876245"/>
              <a:ext cx="1065124" cy="0"/>
            </a:xfrm>
            <a:prstGeom prst="line">
              <a:avLst/>
            </a:prstGeom>
            <a:noFill/>
            <a:ln w="38100" cap="rnd" cmpd="sng" algn="ctr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0" scaled="1"/>
                <a:tileRect/>
              </a:gradFill>
              <a:prstDash val="solid"/>
              <a:round/>
            </a:ln>
            <a:effectLst/>
          </p:spPr>
        </p:cxnSp>
      </p:grpSp>
      <p:sp>
        <p:nvSpPr>
          <p:cNvPr id="16" name="文本框 120"/>
          <p:cNvSpPr txBox="1"/>
          <p:nvPr/>
        </p:nvSpPr>
        <p:spPr>
          <a:xfrm>
            <a:off x="6834481" y="2331947"/>
            <a:ext cx="79869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gradFill flip="none" rotWithShape="1">
                  <a:gsLst>
                    <a:gs pos="0">
                      <a:srgbClr val="AD053D">
                        <a:alpha val="0"/>
                      </a:srgbClr>
                    </a:gs>
                    <a:gs pos="100000">
                      <a:srgbClr val="AD053D"/>
                    </a:gs>
                  </a:gsLst>
                  <a:lin ang="16200000" scaled="1"/>
                  <a:tileRect/>
                </a:gradFill>
                <a:latin typeface="Arial" panose="020B0604020202020204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gradFill flip="none" rotWithShape="1">
                <a:gsLst>
                  <a:gs pos="0">
                    <a:srgbClr val="AD053D">
                      <a:alpha val="0"/>
                    </a:srgbClr>
                  </a:gs>
                  <a:gs pos="100000">
                    <a:srgbClr val="AD053D"/>
                  </a:gs>
                </a:gsLst>
                <a:lin ang="16200000" scaled="1"/>
                <a:tileRect/>
              </a:gra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2916-A4E2-44E4-40F8-2AA4121B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67E06-9427-7B8F-F9AB-5190D68A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" y="36830"/>
            <a:ext cx="10034086" cy="480060"/>
          </a:xfrm>
        </p:spPr>
        <p:txBody>
          <a:bodyPr/>
          <a:lstStyle/>
          <a:p>
            <a:r>
              <a:rPr lang="zh-CN" altLang="en-US" dirty="0">
                <a:solidFill>
                  <a:srgbClr val="9F2240"/>
                </a:solidFill>
                <a:cs typeface="+mn-ea"/>
                <a:sym typeface="微软雅黑" panose="020B0503020204020204" pitchFamily="34" charset="-122"/>
              </a:rPr>
              <a:t>标题：</a:t>
            </a:r>
          </a:p>
        </p:txBody>
      </p:sp>
    </p:spTree>
    <p:extLst>
      <p:ext uri="{BB962C8B-B14F-4D97-AF65-F5344CB8AC3E}">
        <p14:creationId xmlns:p14="http://schemas.microsoft.com/office/powerpoint/2010/main" val="89522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SIE2023">
  <a:themeElements>
    <a:clrScheme name="SIE">
      <a:dk1>
        <a:srgbClr val="000000"/>
      </a:dk1>
      <a:lt1>
        <a:srgbClr val="FFFFFF"/>
      </a:lt1>
      <a:dk2>
        <a:srgbClr val="778495"/>
      </a:dk2>
      <a:lt2>
        <a:srgbClr val="005392"/>
      </a:lt2>
      <a:accent1>
        <a:srgbClr val="AD053C"/>
      </a:accent1>
      <a:accent2>
        <a:srgbClr val="0096FF"/>
      </a:accent2>
      <a:accent3>
        <a:srgbClr val="FF9300"/>
      </a:accent3>
      <a:accent4>
        <a:srgbClr val="FEFB00"/>
      </a:accent4>
      <a:accent5>
        <a:srgbClr val="797979"/>
      </a:accent5>
      <a:accent6>
        <a:srgbClr val="8DF900"/>
      </a:accent6>
      <a:hlink>
        <a:srgbClr val="FF2600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IE2023" id="{137DF873-3572-9D41-A182-AA87B376A5D9}" vid="{A0EB889A-AE21-4547-9BA6-1ACE2AEAB144}"/>
    </a:ext>
  </a:extLst>
</a:theme>
</file>

<file path=ppt/theme/theme2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8E0045"/>
      </a:accent1>
      <a:accent2>
        <a:srgbClr val="CC0256"/>
      </a:accent2>
      <a:accent3>
        <a:srgbClr val="FA9F42"/>
      </a:accent3>
      <a:accent4>
        <a:srgbClr val="2B4162"/>
      </a:accent4>
      <a:accent5>
        <a:srgbClr val="4E4E54"/>
      </a:accent5>
      <a:accent6>
        <a:srgbClr val="C9C9C9"/>
      </a:accent6>
      <a:hlink>
        <a:srgbClr val="8E0045"/>
      </a:hlink>
      <a:folHlink>
        <a:srgbClr val="BFBFBF"/>
      </a:folHlink>
    </a:clrScheme>
    <a:fontScheme name="eb95f307-4be9-4e5e-9956-17fe8ada382d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bg2">
                <a:alpha val="50000"/>
              </a:schemeClr>
            </a:gs>
            <a:gs pos="50000">
              <a:schemeClr val="bg2">
                <a:alpha val="20000"/>
              </a:schemeClr>
            </a:gs>
            <a:gs pos="100000">
              <a:schemeClr val="bg2">
                <a:alpha val="0"/>
              </a:schemeClr>
            </a:gs>
          </a:gsLst>
          <a:lin ang="16200000" scaled="1"/>
          <a:tileRect/>
        </a:gradFill>
        <a:ln w="9525">
          <a:gradFill>
            <a:gsLst>
              <a:gs pos="5000">
                <a:schemeClr val="accent1">
                  <a:alpha val="0"/>
                </a:schemeClr>
              </a:gs>
              <a:gs pos="47000">
                <a:schemeClr val="accent1">
                  <a:alpha val="30000"/>
                </a:schemeClr>
              </a:gs>
              <a:gs pos="100000">
                <a:schemeClr val="accent1">
                  <a:alpha val="50000"/>
                </a:schemeClr>
              </a:gs>
            </a:gsLst>
            <a:lin ang="5400000" scaled="0"/>
          </a:gradFill>
        </a:ln>
      </a:spPr>
      <a:bodyPr rtlCol="0" anchor="ctr"/>
      <a:lstStyle>
        <a:defPPr algn="ctr" defTabSz="958215">
          <a:defRPr sz="110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accent4"/>
          </a:solidFill>
          <a:prstDash val="dash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16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SIE2023</Template>
  <TotalTime>71</TotalTime>
  <Words>45</Words>
  <Application>Microsoft Office PowerPoint</Application>
  <PresentationFormat>宽屏</PresentationFormat>
  <Paragraphs>19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-apple-system</vt:lpstr>
      <vt:lpstr>等线</vt:lpstr>
      <vt:lpstr>宋体</vt:lpstr>
      <vt:lpstr>Microsoft YaHei</vt:lpstr>
      <vt:lpstr>Microsoft YaHei</vt:lpstr>
      <vt:lpstr>Arial</vt:lpstr>
      <vt:lpstr>Times New Roman</vt:lpstr>
      <vt:lpstr>Wingdings</vt:lpstr>
      <vt:lpstr>SIE2023</vt:lpstr>
      <vt:lpstr>3_Office 主题​​</vt:lpstr>
      <vt:lpstr>PowerPoint 演示文稿</vt:lpstr>
      <vt:lpstr>PowerPoint 演示文稿</vt:lpstr>
      <vt:lpstr>PowerPoint 演示文稿</vt:lpstr>
      <vt:lpstr>标题：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Aaron Wu</dc:creator>
  <cp:lastModifiedBy>陈虎</cp:lastModifiedBy>
  <cp:revision>7</cp:revision>
  <dcterms:created xsi:type="dcterms:W3CDTF">2023-09-19T02:25:33Z</dcterms:created>
  <dcterms:modified xsi:type="dcterms:W3CDTF">2026-04-02T13:54:08Z</dcterms:modified>
</cp:coreProperties>
</file>