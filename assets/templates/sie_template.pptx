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99" r:id="rId2"/>
  </p:sldMasterIdLst>
  <p:notesMasterIdLst>
    <p:notesMasterId r:id="rId8"/>
  </p:notesMasterIdLst>
  <p:sldIdLst>
    <p:sldId id="6645400" r:id="rId3"/>
    <p:sldId id="257" r:id="rId4"/>
    <p:sldId id="258" r:id="rId5"/>
    <p:sldId id="16765492" r:id="rId6"/>
    <p:sldId id="1667070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4">
          <p15:clr>
            <a:srgbClr val="A4A3A4"/>
          </p15:clr>
        </p15:guide>
        <p15:guide id="2" pos="3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84"/>
    <p:restoredTop sz="96240"/>
  </p:normalViewPr>
  <p:slideViewPr>
    <p:cSldViewPr>
      <p:cViewPr varScale="1">
        <p:scale>
          <a:sx n="101" d="100"/>
          <a:sy n="101" d="100"/>
        </p:scale>
        <p:origin x="36" y="138"/>
      </p:cViewPr>
      <p:guideLst>
        <p:guide orient="horz" pos="1884"/>
        <p:guide pos="3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14BA5-1D0E-014B-8DBB-CFAC16781271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9A003-DC6F-C549-A884-29065E0919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6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8E37-CD9A-EAF1-73CA-59C377F3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28A991-3D8B-FC1B-380D-88EFCACF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00F75-0CA1-AE80-D8A7-C4FBA52D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EA0B4-74EB-198E-31AB-BF8CBE933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A198-E260-4BAA-8AB9-6B8219AF47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77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VI\优华氏\赛意VI系统\PP模板1源文件(16比9)++1920x1080\背景图\图片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14625"/>
            <a:ext cx="12251465" cy="689144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0" y="0"/>
            <a:ext cx="12240683" cy="6858000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4" name="图片 4" descr="封面元素-07底部1"/>
          <p:cNvPicPr>
            <a:picLocks noChangeAspect="1" noChangeArrowheads="1"/>
          </p:cNvPicPr>
          <p:nvPr/>
        </p:nvPicPr>
        <p:blipFill rotWithShape="1">
          <a:blip r:embed="rId3" cstate="screen"/>
          <a:srcRect t="-2"/>
          <a:stretch>
            <a:fillRect/>
          </a:stretch>
        </p:blipFill>
        <p:spPr bwMode="auto">
          <a:xfrm>
            <a:off x="-2117" y="5376597"/>
            <a:ext cx="12238765" cy="15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封面元素-01红圈"/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3392" y="4101075"/>
            <a:ext cx="2269528" cy="2269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副标题 4098"/>
          <p:cNvSpPr>
            <a:spLocks noGrp="1" noChangeArrowheads="1"/>
          </p:cNvSpPr>
          <p:nvPr/>
        </p:nvSpPr>
        <p:spPr bwMode="auto">
          <a:xfrm>
            <a:off x="515436" y="4677139"/>
            <a:ext cx="2581885" cy="6163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CN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</a:p>
        </p:txBody>
      </p:sp>
      <p:pic>
        <p:nvPicPr>
          <p:cNvPr id="7" name="图片 6" descr="封面元素-04  广告语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58117" y="5541235"/>
            <a:ext cx="1387595" cy="20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264352" y="261422"/>
            <a:ext cx="259718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证券简称：赛意信息   证券代码：</a:t>
            </a:r>
            <a:r>
              <a:rPr kumimoji="1" lang="en-US" altLang="zh-CN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300687</a:t>
            </a:r>
            <a:endParaRPr kumimoji="1" lang="zh-CN" altLang="en-US" sz="1065" dirty="0">
              <a:solidFill>
                <a:schemeClr val="bg1"/>
              </a:solidFill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0" name="图片 9" descr="®LOGO源文件转曲组合-12.png">
            <a:extLst>
              <a:ext uri="{FF2B5EF4-FFF2-40B4-BE49-F238E27FC236}">
                <a16:creationId xmlns:a16="http://schemas.microsoft.com/office/drawing/2014/main" id="{AB6FFF58-F514-461A-DE21-62007407C4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" t="48823" r="3382" b="23933"/>
          <a:stretch/>
        </p:blipFill>
        <p:spPr>
          <a:xfrm>
            <a:off x="335360" y="260649"/>
            <a:ext cx="3552395" cy="4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9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20227" y="3236979"/>
            <a:ext cx="12212228" cy="3630696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5680" y="1205352"/>
            <a:ext cx="5814787" cy="27997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95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3" y="-12173"/>
            <a:ext cx="12213639" cy="68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2" descr="封底元素-2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468" y="5755219"/>
            <a:ext cx="2897717" cy="3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 descr="封底元素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5" y="2755902"/>
            <a:ext cx="5666317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35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299845" y="95368"/>
            <a:ext cx="9648395" cy="4800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lang="zh-CN" altLang="en-US" sz="2400" b="1" spc="1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660" y="194234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/>
        </p:nvSpPr>
        <p:spPr>
          <a:xfrm>
            <a:off x="11424592" y="6515922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en-US" altLang="zh-CN" sz="1335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8"/>
          <p:cNvCxnSpPr>
            <a:cxnSpLocks/>
          </p:cNvCxnSpPr>
          <p:nvPr/>
        </p:nvCxnSpPr>
        <p:spPr>
          <a:xfrm>
            <a:off x="202019" y="548680"/>
            <a:ext cx="10140641" cy="26741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6" name="直接连接符 27"/>
          <p:cNvCxnSpPr>
            <a:cxnSpLocks/>
          </p:cNvCxnSpPr>
          <p:nvPr/>
        </p:nvCxnSpPr>
        <p:spPr>
          <a:xfrm>
            <a:off x="5213184" y="511985"/>
            <a:ext cx="5129476" cy="4905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95A2A9">
                    <a:alpha val="0"/>
                  </a:srgbClr>
                </a:gs>
                <a:gs pos="100000">
                  <a:srgbClr val="95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3" name="直接连接符 136"/>
          <p:cNvCxnSpPr/>
          <p:nvPr/>
        </p:nvCxnSpPr>
        <p:spPr>
          <a:xfrm flipV="1">
            <a:off x="228600" y="184785"/>
            <a:ext cx="0" cy="332105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64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1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3" y="293635"/>
            <a:ext cx="1224499" cy="3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3560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8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5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01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998766" y="6515069"/>
            <a:ext cx="2193236" cy="342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等腰三角形 3"/>
          <p:cNvSpPr/>
          <p:nvPr userDrawn="1"/>
        </p:nvSpPr>
        <p:spPr>
          <a:xfrm>
            <a:off x="9635137" y="6515069"/>
            <a:ext cx="364947" cy="34293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534663" y="6609023"/>
            <a:ext cx="1045643" cy="155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112264" y="6602397"/>
            <a:ext cx="357165" cy="155435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/>
        </p:nvSpPr>
        <p:spPr>
          <a:xfrm>
            <a:off x="11685297" y="6548201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1552355" y="6471592"/>
            <a:ext cx="26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chemeClr val="bg1"/>
                </a:solidFill>
              </a:rPr>
              <a:t>/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50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sp>
        <p:nvSpPr>
          <p:cNvPr id="11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344648" y="6532286"/>
            <a:ext cx="1847353" cy="369332"/>
            <a:chOff x="9636224" y="6407387"/>
            <a:chExt cx="2555776" cy="51096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36224" y="6417867"/>
              <a:ext cx="2555776" cy="44013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screen"/>
            <a:stretch>
              <a:fillRect/>
            </a:stretch>
          </p:blipFill>
          <p:spPr>
            <a:xfrm>
              <a:off x="10447727" y="6613882"/>
              <a:ext cx="864096" cy="12844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screen"/>
            <a:stretch>
              <a:fillRect/>
            </a:stretch>
          </p:blipFill>
          <p:spPr>
            <a:xfrm>
              <a:off x="9868941" y="6499113"/>
              <a:ext cx="578786" cy="25188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1428806" y="6407387"/>
              <a:ext cx="344190" cy="510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</a:rPr>
                <a:t>/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灯片编号占位符 5"/>
          <p:cNvSpPr txBox="1"/>
          <p:nvPr userDrawn="1"/>
        </p:nvSpPr>
        <p:spPr>
          <a:xfrm>
            <a:off x="11779887" y="6556067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12127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956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18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804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468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5950" y="2690265"/>
            <a:ext cx="4080098" cy="507296"/>
          </a:xfrm>
        </p:spPr>
        <p:txBody>
          <a:bodyPr lIns="0" tIns="0" rIns="0" bIns="0"/>
          <a:lstStyle>
            <a:lvl1pPr>
              <a:defRPr sz="3175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4459" y="2308838"/>
            <a:ext cx="8203080" cy="1828800"/>
          </a:xfrm>
        </p:spPr>
        <p:txBody>
          <a:bodyPr lIns="0" tIns="0" rIns="0" bIns="0"/>
          <a:lstStyle>
            <a:lvl1pPr>
              <a:defRPr sz="109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2059" y="5905505"/>
            <a:ext cx="11320315" cy="181958"/>
          </a:xfrm>
        </p:spPr>
        <p:txBody>
          <a:bodyPr lIns="0" tIns="0" rIns="0" bIns="0"/>
          <a:lstStyle>
            <a:lvl1pPr>
              <a:defRPr sz="770" b="0" i="0">
                <a:solidFill>
                  <a:srgbClr val="89898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4815205" algn="l"/>
                <a:tab pos="5111115" algn="l"/>
                <a:tab pos="9915525" algn="l"/>
              </a:tabLst>
            </a:pPr>
            <a:r>
              <a:rPr u="heavy" spc="0" dirty="0">
                <a:uFill>
                  <a:solidFill>
                    <a:srgbClr val="00858E"/>
                  </a:solidFill>
                </a:uFill>
              </a:rPr>
              <a:t> 	</a:t>
            </a:r>
            <a:r>
              <a:rPr spc="0" dirty="0"/>
              <a:t>   </a:t>
            </a:r>
            <a:r>
              <a:rPr spc="-50" dirty="0"/>
              <a:t> </a:t>
            </a:r>
            <a:fld id="{81D60167-4931-47E6-BA6A-407CBD079E47}" type="slidenum"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‹#›</a:t>
            </a:fld>
            <a:r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u="heavy" spc="85" dirty="0">
                <a:uFill>
                  <a:solidFill>
                    <a:srgbClr val="00858E"/>
                  </a:solidFill>
                </a:uFill>
              </a:rPr>
              <a:t> </a:t>
            </a:r>
            <a:r>
              <a:rPr u="heavy" spc="80" dirty="0">
                <a:uFill>
                  <a:solidFill>
                    <a:srgbClr val="00858E"/>
                  </a:solidFill>
                </a:u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47061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6" name="矩形 5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29706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34963" y="2321662"/>
            <a:ext cx="114855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800" b="1" dirty="0">
                <a:solidFill>
                  <a:srgbClr val="AD053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THANKS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34963" y="3643726"/>
            <a:ext cx="11485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spc="2000" dirty="0">
                <a:solidFill>
                  <a:srgbClr val="58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2800" spc="2000" dirty="0">
              <a:solidFill>
                <a:srgbClr val="585757"/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3" name="矩形 2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38854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291979" y="6505212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291979" y="6155355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91979" y="5805498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291978" y="5455641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291977" y="5105784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4" r:id="rId2"/>
    <p:sldLayoutId id="2147483659" r:id="rId3"/>
    <p:sldLayoutId id="2147483695" r:id="rId4"/>
    <p:sldLayoutId id="2147483696" r:id="rId5"/>
    <p:sldLayoutId id="2147483697" r:id="rId6"/>
    <p:sldLayoutId id="2147483698" r:id="rId7"/>
    <p:sldLayoutId id="2147483714" r:id="rId8"/>
    <p:sldLayoutId id="2147483715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2291981" y="6505213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291981" y="6155357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2291981" y="5805500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291979" y="5455642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291978" y="5105785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3775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r="24054"/>
          <a:stretch>
            <a:fillRect/>
          </a:stretch>
        </p:blipFill>
        <p:spPr>
          <a:xfrm>
            <a:off x="10272422" y="122270"/>
            <a:ext cx="1740915" cy="71939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97535" y="2840853"/>
            <a:ext cx="2905760" cy="4191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597535" y="2970393"/>
            <a:ext cx="1782445" cy="1778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0" name="直接连接符 19"/>
          <p:cNvCxnSpPr/>
          <p:nvPr/>
        </p:nvCxnSpPr>
        <p:spPr>
          <a:xfrm flipH="1">
            <a:off x="613197" y="6230268"/>
            <a:ext cx="10735149" cy="0"/>
          </a:xfrm>
          <a:prstGeom prst="line">
            <a:avLst/>
          </a:prstGeom>
          <a:noFill/>
          <a:ln w="9525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1" name="直接连接符 20"/>
          <p:cNvCxnSpPr/>
          <p:nvPr/>
        </p:nvCxnSpPr>
        <p:spPr>
          <a:xfrm flipH="1">
            <a:off x="597845" y="6499225"/>
            <a:ext cx="9734890" cy="0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pic>
        <p:nvPicPr>
          <p:cNvPr id="22" name="图片 21" descr="徽标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12"/>
          <a:stretch>
            <a:fillRect/>
          </a:stretch>
        </p:blipFill>
        <p:spPr>
          <a:xfrm>
            <a:off x="6296952" y="1025011"/>
            <a:ext cx="5895048" cy="5159448"/>
          </a:xfrm>
          <a:prstGeom prst="rect">
            <a:avLst/>
          </a:prstGeom>
        </p:spPr>
      </p:pic>
      <p:sp>
        <p:nvSpPr>
          <p:cNvPr id="27" name="文本占位符 3"/>
          <p:cNvSpPr txBox="1"/>
          <p:nvPr/>
        </p:nvSpPr>
        <p:spPr>
          <a:xfrm>
            <a:off x="597771" y="1790945"/>
            <a:ext cx="7836655" cy="72122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40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项目建议方案</a:t>
            </a:r>
            <a:endParaRPr lang="en-US" altLang="zh-CN" dirty="0">
              <a:solidFill>
                <a:srgbClr val="AD053D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8" name="文本占位符 1"/>
          <p:cNvSpPr txBox="1"/>
          <p:nvPr/>
        </p:nvSpPr>
        <p:spPr>
          <a:xfrm>
            <a:off x="702097" y="4435693"/>
            <a:ext cx="1542872" cy="27559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2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2023/09/07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占位符 4"/>
          <p:cNvSpPr txBox="1"/>
          <p:nvPr/>
        </p:nvSpPr>
        <p:spPr>
          <a:xfrm>
            <a:off x="702097" y="3811263"/>
            <a:ext cx="2801198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4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赛意信息科技股份有限公司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AD053D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916-A4E2-44E4-40F8-2AA4121B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  <p:extLst>
      <p:ext uri="{BB962C8B-B14F-4D97-AF65-F5344CB8AC3E}">
        <p14:creationId xmlns:p14="http://schemas.microsoft.com/office/powerpoint/2010/main" val="89522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SIE2023">
  <a:themeElements>
    <a:clrScheme name="SIE">
      <a:dk1>
        <a:srgbClr val="000000"/>
      </a:dk1>
      <a:lt1>
        <a:srgbClr val="FFFFFF"/>
      </a:lt1>
      <a:dk2>
        <a:srgbClr val="778495"/>
      </a:dk2>
      <a:lt2>
        <a:srgbClr val="005392"/>
      </a:lt2>
      <a:accent1>
        <a:srgbClr val="AD053C"/>
      </a:accent1>
      <a:accent2>
        <a:srgbClr val="0096FF"/>
      </a:accent2>
      <a:accent3>
        <a:srgbClr val="FF9300"/>
      </a:accent3>
      <a:accent4>
        <a:srgbClr val="FEFB00"/>
      </a:accent4>
      <a:accent5>
        <a:srgbClr val="797979"/>
      </a:accent5>
      <a:accent6>
        <a:srgbClr val="8DF900"/>
      </a:accent6>
      <a:hlink>
        <a:srgbClr val="FF2600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IE2023" id="{137DF873-3572-9D41-A182-AA87B376A5D9}" vid="{A0EB889A-AE21-4547-9BA6-1ACE2AEAB144}"/>
    </a:ext>
  </a:extLst>
</a:theme>
</file>

<file path=ppt/theme/theme2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E0045"/>
      </a:accent1>
      <a:accent2>
        <a:srgbClr val="CC0256"/>
      </a:accent2>
      <a:accent3>
        <a:srgbClr val="FA9F42"/>
      </a:accent3>
      <a:accent4>
        <a:srgbClr val="2B4162"/>
      </a:accent4>
      <a:accent5>
        <a:srgbClr val="4E4E54"/>
      </a:accent5>
      <a:accent6>
        <a:srgbClr val="C9C9C9"/>
      </a:accent6>
      <a:hlink>
        <a:srgbClr val="8E0045"/>
      </a:hlink>
      <a:folHlink>
        <a:srgbClr val="BFBFBF"/>
      </a:folHlink>
    </a:clrScheme>
    <a:fontScheme name="eb95f307-4be9-4e5e-9956-17fe8ada382d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SIE2023</Template>
  <TotalTime>71</TotalTime>
  <Words>45</Words>
  <Application>Microsoft Office PowerPoint</Application>
  <PresentationFormat>宽屏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-apple-system</vt:lpstr>
      <vt:lpstr>等线</vt:lpstr>
      <vt:lpstr>宋体</vt:lpstr>
      <vt:lpstr>微软雅黑</vt:lpstr>
      <vt:lpstr>微软雅黑</vt:lpstr>
      <vt:lpstr>Arial</vt:lpstr>
      <vt:lpstr>Times New Roman</vt:lpstr>
      <vt:lpstr>Wingdings</vt:lpstr>
      <vt:lpstr>SIE2023</vt:lpstr>
      <vt:lpstr>3_Office 主题​​</vt:lpstr>
      <vt:lpstr>PowerPoint 演示文稿</vt:lpstr>
      <vt:lpstr>PowerPoint 演示文稿</vt:lpstr>
      <vt:lpstr>PowerPoint 演示文稿</vt:lpstr>
      <vt:lpstr>标题：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Aaron Wu</dc:creator>
  <cp:lastModifiedBy>陈虎</cp:lastModifiedBy>
  <cp:revision>8</cp:revision>
  <dcterms:created xsi:type="dcterms:W3CDTF">2023-09-19T02:25:33Z</dcterms:created>
  <dcterms:modified xsi:type="dcterms:W3CDTF">2026-04-07T11:48:49Z</dcterms:modified>
</cp:coreProperties>
</file>