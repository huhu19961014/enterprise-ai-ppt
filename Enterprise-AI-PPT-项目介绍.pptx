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Enterprise-AI-PPT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AI PPT 生成与交付引擎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规划 → 本地编译 → 可编辑交付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面向企业汇报场景的 AI PPT 生产引擎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将零散需求、业务材料和结构化内容快速转成 </a:t>
            </a:r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可复核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PowerPoint 文件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标准化流程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0" y="32918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从需求理解到模板化输出的完整生产链路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3886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智能规划内容结构，生成专业汇报材料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480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确定性交付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44805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本地编译保证输出稳定可预期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解决的问题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270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5544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PPT 制作耗时长，结构与表达质量高度依赖个人经验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4414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468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直接生成文本或图片，难以进入正式企业交付流程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3558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3832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团队缺少统一模板、统一目录逻辑和统一页面风格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2702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2976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从主题到可交付 PPT 中间缺少标准化中间层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544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主题、Brief、结构化内容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2286000"/>
            <a:ext cx="36576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137160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5544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9456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9456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需求澄清与页面规划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2286000"/>
            <a:ext cx="36576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137160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15544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93192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3192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Deck JSON 中间结构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57800" y="2286000"/>
            <a:ext cx="36576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577840" y="137160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15544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66928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语义编译与主题化渲染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95160" y="2286000"/>
            <a:ext cx="36576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137160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18120" y="15544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0664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0664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 PPTX 文件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规划故事与语义内容 → 本地编译器选择布局 → SVG 主链路生成可编辑 PPTX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语义化生成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生成大纲与页面内容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73152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本地编译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确定性布局与主题渲染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73152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固定主题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SIE 咨询风格配色字体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自动拆页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6 条要点自动拆分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17520"/>
            <a:ext cx="73152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视觉复核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7472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维度评分质量保证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17520"/>
            <a:ext cx="73152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兼容路径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SIE 模板渲染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管理层汇报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季度/年度经营汇报、战略规划汇报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客户提案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解决方案提案、项目投标书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697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解决方案介绍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产品/服务介绍、技术方案展示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697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行业研究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市场分析、竞品调研、行业趋势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项目阶段汇报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项目进度、里程碑、交付汇报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7490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培训材料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内部培训、知识分享、标准宣贯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6459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Brief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结构化内容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83080" y="2560320"/>
            <a:ext cx="320040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137160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371600"/>
            <a:ext cx="16459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处理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4884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需求澄清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大纲生成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语义内容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2560320"/>
            <a:ext cx="320040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137160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1371600"/>
            <a:ext cx="16459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本地编译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3192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语义编译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布局选择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主题渲染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49240" y="2560320"/>
            <a:ext cx="320040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623560" y="137160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23560" y="1371600"/>
            <a:ext cx="16459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规则检查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内容重写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1500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视觉复核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32320" y="2560320"/>
            <a:ext cx="320040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2" name="Shape 30"/>
          <p:cNvSpPr/>
          <p:nvPr/>
        </p:nvSpPr>
        <p:spPr>
          <a:xfrm>
            <a:off x="7406640" y="137160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06640" y="1371600"/>
            <a:ext cx="16459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交付输出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9808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PPTX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Deck JSON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9808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日志追踪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 CLI 命令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 PPT（主链路）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单轮视觉复核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多轮复核与自动修复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v2-plan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生成大纲和语义 Deck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v2-render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Deck JSON 渲染 PPTX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onepage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生成单页 SIE 风格幻灯片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4343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示例：enterprise-ai-ppt make --topic "企业 AI 战略汇报"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70%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生产时间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大幅降低 PPT 制作时间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645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一致性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9748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表达质量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9748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提高结构化表达一致性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645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保留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品牌风格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保留企业模板与品牌风格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645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✎ 可编辑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9516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交付文件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输出可继续编辑的正式文件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Enterprise-AI-PPT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不是单纯让 AI 帮我们写 PPT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而是把企业汇报从需求理解、结构规划到模板化输出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串成了一条可复用的生产链路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最终交付的是可继续编辑的正式 PPT 文件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Enterprise-AI-PPT 项目介绍</dc:title>
  <dc:subject>企业级AI PPT生成工具</dc:subject>
  <dc:creator>QClaw</dc:creator>
  <cp:lastModifiedBy>QClaw</cp:lastModifiedBy>
  <cp:revision>1</cp:revision>
  <dcterms:created xsi:type="dcterms:W3CDTF">2026-04-14T08:38:58Z</dcterms:created>
  <dcterms:modified xsi:type="dcterms:W3CDTF">2026-04-14T08:38:58Z</dcterms:modified>
</cp:coreProperties>
</file>